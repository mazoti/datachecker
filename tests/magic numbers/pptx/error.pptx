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F62AEB-87FD-4378-984A-2CBEA4ADA9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2DAEB38-07D5-4887-8B57-B48A86D2E58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LibreOffice/25.2.5.2$Windows_X86_64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2025-09-20T18:52:42Z</dcterms:created>
  <dc:creator/>
  <dc:description/>
  <dc:language>en-US</dc:language>
  <cp:lastModifiedBy/>
  <dcterms:modified xsi:type="dcterms:W3CDTF">2025-09-20T18:53:15Z</dcterms:modified>
  <cp:revision>1</cp:revision>
  <dc:subject/>
  <dc:title/>
</cp:coreProperties>
</file>